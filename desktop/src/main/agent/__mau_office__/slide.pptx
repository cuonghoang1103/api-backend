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864602-120A-42F6-A6E4-925A5AB11E8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54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Ghi chú: nhắc sinh viên về mảng phụ thuộc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02182-3F43-4DBE-9188-A88870DB80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2EEC5A-635D-42EC-8AB8-02221EB109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6B48DE-583A-48C0-B928-A01D30DCCC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một: React Hooks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useState &amp; useEffect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hai: useReducer &lt;dispatch&gt;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